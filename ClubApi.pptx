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1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7C774-60F0-4300-B451-5F5C3102766E}" type="datetimeFigureOut">
              <a:rPr lang="es-MX" smtClean="0"/>
              <a:t>08/02/2022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406B5-C39E-49A7-8791-064A2DDA48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8859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7C774-60F0-4300-B451-5F5C3102766E}" type="datetimeFigureOut">
              <a:rPr lang="es-MX" smtClean="0"/>
              <a:t>08/02/2022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406B5-C39E-49A7-8791-064A2DDA48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3511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7C774-60F0-4300-B451-5F5C3102766E}" type="datetimeFigureOut">
              <a:rPr lang="es-MX" smtClean="0"/>
              <a:t>08/02/2022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406B5-C39E-49A7-8791-064A2DDA48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2238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7C774-60F0-4300-B451-5F5C3102766E}" type="datetimeFigureOut">
              <a:rPr lang="es-MX" smtClean="0"/>
              <a:t>08/02/2022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406B5-C39E-49A7-8791-064A2DDA48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15990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7C774-60F0-4300-B451-5F5C3102766E}" type="datetimeFigureOut">
              <a:rPr lang="es-MX" smtClean="0"/>
              <a:t>08/02/2022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406B5-C39E-49A7-8791-064A2DDA48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29113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7C774-60F0-4300-B451-5F5C3102766E}" type="datetimeFigureOut">
              <a:rPr lang="es-MX" smtClean="0"/>
              <a:t>08/02/2022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406B5-C39E-49A7-8791-064A2DDA48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8754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7C774-60F0-4300-B451-5F5C3102766E}" type="datetimeFigureOut">
              <a:rPr lang="es-MX" smtClean="0"/>
              <a:t>08/02/2022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406B5-C39E-49A7-8791-064A2DDA48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6650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7C774-60F0-4300-B451-5F5C3102766E}" type="datetimeFigureOut">
              <a:rPr lang="es-MX" smtClean="0"/>
              <a:t>08/02/2022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406B5-C39E-49A7-8791-064A2DDA48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34778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7C774-60F0-4300-B451-5F5C3102766E}" type="datetimeFigureOut">
              <a:rPr lang="es-MX" smtClean="0"/>
              <a:t>08/02/2022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406B5-C39E-49A7-8791-064A2DDA48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0808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7C774-60F0-4300-B451-5F5C3102766E}" type="datetimeFigureOut">
              <a:rPr lang="es-MX" smtClean="0"/>
              <a:t>08/02/2022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406B5-C39E-49A7-8791-064A2DDA48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40122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7C774-60F0-4300-B451-5F5C3102766E}" type="datetimeFigureOut">
              <a:rPr lang="es-MX" smtClean="0"/>
              <a:t>08/02/2022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406B5-C39E-49A7-8791-064A2DDA48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682909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7C774-60F0-4300-B451-5F5C3102766E}" type="datetimeFigureOut">
              <a:rPr lang="es-MX" smtClean="0"/>
              <a:t>08/02/2022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406B5-C39E-49A7-8791-064A2DDA4860}" type="slidenum">
              <a:rPr lang="es-MX" smtClean="0"/>
              <a:t>‹Nº›</a:t>
            </a:fld>
            <a:endParaRPr lang="es-MX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26357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7C774-60F0-4300-B451-5F5C3102766E}" type="datetimeFigureOut">
              <a:rPr lang="es-MX" smtClean="0"/>
              <a:t>08/02/2022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406B5-C39E-49A7-8791-064A2DDA48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37522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7C774-60F0-4300-B451-5F5C3102766E}" type="datetimeFigureOut">
              <a:rPr lang="es-MX" smtClean="0"/>
              <a:t>08/02/2022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406B5-C39E-49A7-8791-064A2DDA48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05488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7C774-60F0-4300-B451-5F5C3102766E}" type="datetimeFigureOut">
              <a:rPr lang="es-MX" smtClean="0"/>
              <a:t>08/02/2022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406B5-C39E-49A7-8791-064A2DDA48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5255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7C774-60F0-4300-B451-5F5C3102766E}" type="datetimeFigureOut">
              <a:rPr lang="es-MX" smtClean="0"/>
              <a:t>08/02/2022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406B5-C39E-49A7-8791-064A2DDA48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3734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7C774-60F0-4300-B451-5F5C3102766E}" type="datetimeFigureOut">
              <a:rPr lang="es-MX" smtClean="0"/>
              <a:t>08/02/2022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406B5-C39E-49A7-8791-064A2DDA48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12590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237C774-60F0-4300-B451-5F5C3102766E}" type="datetimeFigureOut">
              <a:rPr lang="es-MX" smtClean="0"/>
              <a:t>08/02/2022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0406B5-C39E-49A7-8791-064A2DDA48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91170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0AC513-7DB3-4117-A721-7E29853FC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926197"/>
          </a:xfrm>
        </p:spPr>
        <p:txBody>
          <a:bodyPr/>
          <a:lstStyle/>
          <a:p>
            <a:r>
              <a:rPr lang="es-ES" dirty="0"/>
              <a:t>Club Api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92D005-E797-4BC8-B2BD-F821A34D807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5752730"/>
            <a:ext cx="10363826" cy="766438"/>
          </a:xfrm>
        </p:spPr>
        <p:txBody>
          <a:bodyPr/>
          <a:lstStyle/>
          <a:p>
            <a:r>
              <a:rPr lang="es-ES" dirty="0"/>
              <a:t>Alumno: Arath Koh Velázquez</a:t>
            </a:r>
            <a:endParaRPr lang="es-MX" dirty="0"/>
          </a:p>
        </p:txBody>
      </p:sp>
      <p:pic>
        <p:nvPicPr>
          <p:cNvPr id="1028" name="Picture 4" descr="Sports Marketing MX – Agencia de Marketing Deportivo">
            <a:extLst>
              <a:ext uri="{FF2B5EF4-FFF2-40B4-BE49-F238E27FC236}">
                <a16:creationId xmlns:a16="http://schemas.microsoft.com/office/drawing/2014/main" id="{BBB11389-7A95-468B-85C7-827E3A7ED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5382" y="1333130"/>
            <a:ext cx="7385667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8597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ECA640-69DC-4C3A-A8BE-BC8FBB31F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7950"/>
            <a:ext cx="1968500" cy="503237"/>
          </a:xfrm>
        </p:spPr>
        <p:txBody>
          <a:bodyPr>
            <a:normAutofit/>
          </a:bodyPr>
          <a:lstStyle/>
          <a:p>
            <a:r>
              <a:rPr lang="es-ES" sz="1800" b="1" dirty="0"/>
              <a:t>Usuarios:</a:t>
            </a:r>
            <a:endParaRPr lang="es-MX" sz="1800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DE0B835-59CD-4128-80F7-C1C3ED45CE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0501" y="173832"/>
            <a:ext cx="2628900" cy="728662"/>
          </a:xfrm>
        </p:spPr>
        <p:txBody>
          <a:bodyPr>
            <a:normAutofit fontScale="85000"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sz="1800" dirty="0"/>
              <a:t>Responsable de club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sz="1800" dirty="0"/>
              <a:t>Ciudadano</a:t>
            </a:r>
            <a:endParaRPr lang="es-MX" sz="1800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E8705BAD-D703-4A8B-B80E-582DC8555836}"/>
              </a:ext>
            </a:extLst>
          </p:cNvPr>
          <p:cNvSpPr/>
          <p:nvPr/>
        </p:nvSpPr>
        <p:spPr>
          <a:xfrm>
            <a:off x="4984750" y="220663"/>
            <a:ext cx="2222500" cy="635000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err="1"/>
              <a:t>ClupApi</a:t>
            </a:r>
            <a:endParaRPr lang="es-MX" sz="1400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7602C15-2C9B-492A-A3DB-3BE4A0BFB94B}"/>
              </a:ext>
            </a:extLst>
          </p:cNvPr>
          <p:cNvSpPr/>
          <p:nvPr/>
        </p:nvSpPr>
        <p:spPr>
          <a:xfrm>
            <a:off x="5207000" y="1145390"/>
            <a:ext cx="1778000" cy="5032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Registro Club</a:t>
            </a:r>
            <a:endParaRPr lang="es-MX" sz="1400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497943CE-8620-499B-874B-45EF0B7481EA}"/>
              </a:ext>
            </a:extLst>
          </p:cNvPr>
          <p:cNvSpPr/>
          <p:nvPr/>
        </p:nvSpPr>
        <p:spPr>
          <a:xfrm>
            <a:off x="1165226" y="1150954"/>
            <a:ext cx="17780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Registro Servicios</a:t>
            </a:r>
            <a:endParaRPr lang="es-MX" sz="1400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832C8ED3-7500-4792-8E7B-5E393C176705}"/>
              </a:ext>
            </a:extLst>
          </p:cNvPr>
          <p:cNvSpPr/>
          <p:nvPr/>
        </p:nvSpPr>
        <p:spPr>
          <a:xfrm>
            <a:off x="9461500" y="617541"/>
            <a:ext cx="1778000" cy="3508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Registro Torneos</a:t>
            </a:r>
            <a:endParaRPr lang="es-MX" sz="14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3F7D54E-944E-4B86-B7CC-AA6494834F68}"/>
              </a:ext>
            </a:extLst>
          </p:cNvPr>
          <p:cNvSpPr/>
          <p:nvPr/>
        </p:nvSpPr>
        <p:spPr>
          <a:xfrm>
            <a:off x="5359400" y="3837783"/>
            <a:ext cx="1625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Consultar club</a:t>
            </a:r>
            <a:endParaRPr lang="es-MX" sz="140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A9E8FB0-4B66-4762-9DFE-67DDEEB88C4A}"/>
              </a:ext>
            </a:extLst>
          </p:cNvPr>
          <p:cNvSpPr/>
          <p:nvPr/>
        </p:nvSpPr>
        <p:spPr>
          <a:xfrm>
            <a:off x="1165226" y="4092578"/>
            <a:ext cx="1625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Consultar Servicios</a:t>
            </a:r>
            <a:endParaRPr lang="es-MX" sz="140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D0ED44B-6BDA-48CC-8DBA-1B14E54E1622}"/>
              </a:ext>
            </a:extLst>
          </p:cNvPr>
          <p:cNvSpPr/>
          <p:nvPr/>
        </p:nvSpPr>
        <p:spPr>
          <a:xfrm>
            <a:off x="9537700" y="3247232"/>
            <a:ext cx="16256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Consultar Torneos</a:t>
            </a:r>
            <a:endParaRPr lang="es-MX" sz="1400" dirty="0"/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07F769A2-2F68-4DBA-B2B4-38A6F7FAD4F8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6096000" y="855663"/>
            <a:ext cx="0" cy="289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ángulo 35">
            <a:extLst>
              <a:ext uri="{FF2B5EF4-FFF2-40B4-BE49-F238E27FC236}">
                <a16:creationId xmlns:a16="http://schemas.microsoft.com/office/drawing/2014/main" id="{7CBB8234-FC61-44B3-AD00-20C442B012CA}"/>
              </a:ext>
            </a:extLst>
          </p:cNvPr>
          <p:cNvSpPr/>
          <p:nvPr/>
        </p:nvSpPr>
        <p:spPr>
          <a:xfrm>
            <a:off x="88901" y="4709576"/>
            <a:ext cx="4019550" cy="18208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ES" sz="1400" b="1" dirty="0"/>
              <a:t>¿Quién?: </a:t>
            </a:r>
            <a:r>
              <a:rPr lang="es-ES" sz="1400" dirty="0"/>
              <a:t>Ciudadano</a:t>
            </a:r>
          </a:p>
          <a:p>
            <a:pPr algn="just"/>
            <a:r>
              <a:rPr lang="es-ES" sz="1400" b="1" dirty="0"/>
              <a:t>¿Cuándo?:  </a:t>
            </a:r>
            <a:r>
              <a:rPr lang="es-ES" sz="1400" dirty="0"/>
              <a:t>Una ciudadano quiere participar en alguna actividad del club</a:t>
            </a:r>
          </a:p>
          <a:p>
            <a:pPr algn="just"/>
            <a:r>
              <a:rPr lang="es-ES" sz="1400" b="1" dirty="0"/>
              <a:t>¿Qué información necesita para iniciar?: </a:t>
            </a:r>
            <a:r>
              <a:rPr lang="es-ES" sz="1400" dirty="0"/>
              <a:t>La información que se pide en el registro.</a:t>
            </a:r>
          </a:p>
          <a:p>
            <a:pPr algn="just"/>
            <a:r>
              <a:rPr lang="es-ES" sz="1400" b="1" dirty="0"/>
              <a:t>¿Cuál es el resultado de la acción?: </a:t>
            </a:r>
            <a:r>
              <a:rPr lang="es-ES" sz="1400" dirty="0"/>
              <a:t>Un listado de los servicios que poseen los clubs</a:t>
            </a:r>
            <a:endParaRPr lang="es-MX" sz="14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78FA11D0-09EC-4EF2-995E-FFE1C0A3C8D4}"/>
              </a:ext>
            </a:extLst>
          </p:cNvPr>
          <p:cNvSpPr/>
          <p:nvPr/>
        </p:nvSpPr>
        <p:spPr>
          <a:xfrm>
            <a:off x="4206876" y="4414050"/>
            <a:ext cx="4019550" cy="18208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ES" sz="1400" b="1" dirty="0"/>
              <a:t>¿Quién?: </a:t>
            </a:r>
            <a:r>
              <a:rPr lang="es-ES" sz="1400" dirty="0"/>
              <a:t>Ciudadano</a:t>
            </a:r>
          </a:p>
          <a:p>
            <a:pPr algn="just"/>
            <a:r>
              <a:rPr lang="es-ES" sz="1400" b="1" dirty="0"/>
              <a:t>¿Cuándo?:  </a:t>
            </a:r>
            <a:r>
              <a:rPr lang="es-ES" sz="1400" dirty="0"/>
              <a:t>Una ciudadano quiere ingresar  en alguna actividad del club</a:t>
            </a:r>
          </a:p>
          <a:p>
            <a:pPr algn="just"/>
            <a:r>
              <a:rPr lang="es-ES" sz="1400" b="1" dirty="0"/>
              <a:t>¿Qué información necesita para iniciar?: </a:t>
            </a:r>
            <a:r>
              <a:rPr lang="es-ES" sz="1400" dirty="0"/>
              <a:t>La información que se pide en el registro.</a:t>
            </a:r>
          </a:p>
          <a:p>
            <a:pPr algn="just"/>
            <a:r>
              <a:rPr lang="es-ES" sz="1400" b="1" dirty="0"/>
              <a:t>¿Cuál es el resultado de la acción?: </a:t>
            </a:r>
            <a:r>
              <a:rPr lang="es-ES" sz="1400" dirty="0"/>
              <a:t>Un listado de los Clubes que entren en el margen de la consulta</a:t>
            </a:r>
            <a:endParaRPr lang="es-MX" sz="1400" dirty="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FAE033E9-ED70-418A-8E3A-B29476AF88CF}"/>
              </a:ext>
            </a:extLst>
          </p:cNvPr>
          <p:cNvSpPr/>
          <p:nvPr/>
        </p:nvSpPr>
        <p:spPr>
          <a:xfrm>
            <a:off x="8461159" y="3948402"/>
            <a:ext cx="3632199" cy="20875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ES" sz="1400" b="1" dirty="0"/>
              <a:t>¿Quién?: </a:t>
            </a:r>
            <a:r>
              <a:rPr lang="es-ES" sz="1400" dirty="0"/>
              <a:t>Ciudadano</a:t>
            </a:r>
          </a:p>
          <a:p>
            <a:pPr algn="just"/>
            <a:r>
              <a:rPr lang="es-ES" sz="1400" b="1" dirty="0"/>
              <a:t>¿Cuándo?:  </a:t>
            </a:r>
            <a:r>
              <a:rPr lang="es-ES" sz="1400" dirty="0"/>
              <a:t>Una ciudadano quiere ingresar  a los torneos de los clubes</a:t>
            </a:r>
          </a:p>
          <a:p>
            <a:pPr algn="just"/>
            <a:r>
              <a:rPr lang="es-ES" sz="1400" b="1" dirty="0"/>
              <a:t>¿Qué información necesita para iniciar?: </a:t>
            </a:r>
            <a:r>
              <a:rPr lang="es-ES" sz="1400" dirty="0"/>
              <a:t>La información que se pide en el registro.</a:t>
            </a:r>
          </a:p>
          <a:p>
            <a:pPr algn="just"/>
            <a:r>
              <a:rPr lang="es-ES" sz="1400" b="1" dirty="0"/>
              <a:t>¿Cuál es el resultado de la acción?: </a:t>
            </a:r>
            <a:r>
              <a:rPr lang="es-ES" sz="1400" dirty="0"/>
              <a:t>Un listado de los Torneos posean las especificaciones que se solicitaron</a:t>
            </a:r>
            <a:endParaRPr lang="es-MX" sz="1400" dirty="0"/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D31632EC-8149-4A61-A4DD-4027DECB5D6F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6096000" y="1648627"/>
            <a:ext cx="76200" cy="2189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ángulo 40">
            <a:extLst>
              <a:ext uri="{FF2B5EF4-FFF2-40B4-BE49-F238E27FC236}">
                <a16:creationId xmlns:a16="http://schemas.microsoft.com/office/drawing/2014/main" id="{C1A4BEF4-9BF1-41F1-A087-25F761B4D069}"/>
              </a:ext>
            </a:extLst>
          </p:cNvPr>
          <p:cNvSpPr/>
          <p:nvPr/>
        </p:nvSpPr>
        <p:spPr>
          <a:xfrm>
            <a:off x="4279899" y="1870080"/>
            <a:ext cx="3949702" cy="17406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ES" sz="1400" b="1" dirty="0"/>
              <a:t>¿Quién?: </a:t>
            </a:r>
            <a:r>
              <a:rPr lang="es-ES" sz="1400" dirty="0"/>
              <a:t>Administrado del club</a:t>
            </a:r>
          </a:p>
          <a:p>
            <a:pPr algn="just"/>
            <a:r>
              <a:rPr lang="es-ES" sz="1400" b="1" dirty="0"/>
              <a:t>¿Cuándo?:  </a:t>
            </a:r>
            <a:r>
              <a:rPr lang="es-ES" sz="1400" dirty="0"/>
              <a:t>Cuando se solicite saber la información del club</a:t>
            </a:r>
          </a:p>
          <a:p>
            <a:pPr algn="just"/>
            <a:r>
              <a:rPr lang="es-ES" sz="1400" b="1" dirty="0"/>
              <a:t>¿Qué información necesita para iniciar?: </a:t>
            </a:r>
            <a:r>
              <a:rPr lang="es-ES" sz="1400" dirty="0"/>
              <a:t>La información que se pide en el registro.</a:t>
            </a:r>
          </a:p>
          <a:p>
            <a:pPr algn="just"/>
            <a:r>
              <a:rPr lang="es-ES" sz="1400" b="1" dirty="0"/>
              <a:t>¿Cuál es el resultado de la acción?: </a:t>
            </a:r>
            <a:r>
              <a:rPr lang="es-ES" sz="1400" dirty="0"/>
              <a:t>Se registra a un club</a:t>
            </a:r>
            <a:endParaRPr lang="es-MX" sz="1400" dirty="0"/>
          </a:p>
        </p:txBody>
      </p: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D4D01D3C-C81D-4CD7-A549-F1A8EF17F767}"/>
              </a:ext>
            </a:extLst>
          </p:cNvPr>
          <p:cNvCxnSpPr>
            <a:stCxn id="7" idx="1"/>
            <a:endCxn id="10" idx="3"/>
          </p:cNvCxnSpPr>
          <p:nvPr/>
        </p:nvCxnSpPr>
        <p:spPr>
          <a:xfrm flipH="1" flipV="1">
            <a:off x="2943226" y="1379554"/>
            <a:ext cx="2263774" cy="174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: angular 46">
            <a:extLst>
              <a:ext uri="{FF2B5EF4-FFF2-40B4-BE49-F238E27FC236}">
                <a16:creationId xmlns:a16="http://schemas.microsoft.com/office/drawing/2014/main" id="{4161B5D3-B3C0-422E-930A-83E1EC62A6F6}"/>
              </a:ext>
            </a:extLst>
          </p:cNvPr>
          <p:cNvCxnSpPr>
            <a:stCxn id="7" idx="3"/>
            <a:endCxn id="11" idx="1"/>
          </p:cNvCxnSpPr>
          <p:nvPr/>
        </p:nvCxnSpPr>
        <p:spPr>
          <a:xfrm flipV="1">
            <a:off x="6985000" y="792960"/>
            <a:ext cx="2476500" cy="60404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1C6858D8-1FE5-41B7-9ED6-485971677160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1978026" y="1608154"/>
            <a:ext cx="76200" cy="2484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EAE026DE-A498-4C6B-B3A2-AA18C08FCED4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10350500" y="968379"/>
            <a:ext cx="0" cy="2278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ángulo 55">
            <a:extLst>
              <a:ext uri="{FF2B5EF4-FFF2-40B4-BE49-F238E27FC236}">
                <a16:creationId xmlns:a16="http://schemas.microsoft.com/office/drawing/2014/main" id="{F42824A5-1496-4FEB-951D-D118EA49A763}"/>
              </a:ext>
            </a:extLst>
          </p:cNvPr>
          <p:cNvSpPr/>
          <p:nvPr/>
        </p:nvSpPr>
        <p:spPr>
          <a:xfrm>
            <a:off x="8394699" y="1229529"/>
            <a:ext cx="3708400" cy="15684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ES" sz="1400" b="1" dirty="0"/>
              <a:t>¿Quién?: </a:t>
            </a:r>
            <a:r>
              <a:rPr lang="es-ES" sz="1400" dirty="0"/>
              <a:t>Administrado del Torneo</a:t>
            </a:r>
          </a:p>
          <a:p>
            <a:pPr algn="just"/>
            <a:r>
              <a:rPr lang="es-ES" sz="1400" b="1" dirty="0"/>
              <a:t>¿Cuándo?:  </a:t>
            </a:r>
            <a:r>
              <a:rPr lang="es-ES" sz="1400" dirty="0"/>
              <a:t>alguien quiera entrar a un torneo.</a:t>
            </a:r>
          </a:p>
          <a:p>
            <a:pPr algn="just"/>
            <a:r>
              <a:rPr lang="es-ES" sz="1400" b="1" dirty="0"/>
              <a:t>¿Qué información necesita para iniciar?: </a:t>
            </a:r>
            <a:r>
              <a:rPr lang="es-ES" sz="1400" dirty="0"/>
              <a:t>La información que se pide en el registro del torneo.</a:t>
            </a:r>
          </a:p>
          <a:p>
            <a:pPr algn="just"/>
            <a:r>
              <a:rPr lang="es-ES" sz="1400" b="1" dirty="0"/>
              <a:t>¿Cuál es el resultado de la acción?: </a:t>
            </a:r>
            <a:r>
              <a:rPr lang="es-ES" sz="1400" dirty="0"/>
              <a:t>Se ingresa a un torneo.</a:t>
            </a:r>
            <a:endParaRPr lang="es-MX" sz="1400" dirty="0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1C344D1A-B14C-49DB-851C-C77D80702DED}"/>
              </a:ext>
            </a:extLst>
          </p:cNvPr>
          <p:cNvSpPr/>
          <p:nvPr/>
        </p:nvSpPr>
        <p:spPr>
          <a:xfrm>
            <a:off x="88901" y="1738317"/>
            <a:ext cx="4000500" cy="2087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ES" sz="1400" b="1" dirty="0"/>
              <a:t>¿Quién?: </a:t>
            </a:r>
            <a:r>
              <a:rPr lang="es-ES" sz="1400" dirty="0"/>
              <a:t>Administrado del club</a:t>
            </a:r>
          </a:p>
          <a:p>
            <a:pPr algn="just"/>
            <a:r>
              <a:rPr lang="es-ES" sz="1400" b="1" dirty="0"/>
              <a:t>¿Cuándo?:  </a:t>
            </a:r>
            <a:r>
              <a:rPr lang="es-ES" sz="1400" dirty="0"/>
              <a:t>Cuando la ciudadanía quiera saber de los servicios.</a:t>
            </a:r>
          </a:p>
          <a:p>
            <a:pPr algn="just"/>
            <a:r>
              <a:rPr lang="es-ES" sz="1400" b="1" dirty="0"/>
              <a:t>¿Qué información necesita para iniciar?: </a:t>
            </a:r>
            <a:r>
              <a:rPr lang="es-ES" sz="1400" dirty="0"/>
              <a:t>La información que se pide en el registro de los servicios.</a:t>
            </a:r>
          </a:p>
          <a:p>
            <a:pPr algn="just"/>
            <a:r>
              <a:rPr lang="es-ES" sz="1400" b="1" dirty="0"/>
              <a:t>¿Cuál es el resultado de la acción?: </a:t>
            </a:r>
            <a:r>
              <a:rPr lang="es-ES" sz="1400" dirty="0"/>
              <a:t>Se registra una disciplina en el club</a:t>
            </a:r>
            <a:endParaRPr lang="es-MX" sz="1400" dirty="0"/>
          </a:p>
        </p:txBody>
      </p:sp>
    </p:spTree>
    <p:extLst>
      <p:ext uri="{BB962C8B-B14F-4D97-AF65-F5344CB8AC3E}">
        <p14:creationId xmlns:p14="http://schemas.microsoft.com/office/powerpoint/2010/main" val="1288850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F48A9883-55E9-4A2E-8CF0-77BE173846A5}"/>
              </a:ext>
            </a:extLst>
          </p:cNvPr>
          <p:cNvSpPr/>
          <p:nvPr/>
        </p:nvSpPr>
        <p:spPr>
          <a:xfrm>
            <a:off x="4987446" y="259916"/>
            <a:ext cx="1691013" cy="52609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Bienvenida</a:t>
            </a:r>
            <a:endParaRPr lang="es-MX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A0C9DB8F-63F9-4FF0-8303-77DE1235BA1A}"/>
              </a:ext>
            </a:extLst>
          </p:cNvPr>
          <p:cNvSpPr/>
          <p:nvPr/>
        </p:nvSpPr>
        <p:spPr>
          <a:xfrm>
            <a:off x="1903957" y="1227553"/>
            <a:ext cx="1402914" cy="419620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Registrarse</a:t>
            </a:r>
            <a:endParaRPr lang="es-MX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0D24E8A-024D-4B1F-B23B-36F2A50928F0}"/>
              </a:ext>
            </a:extLst>
          </p:cNvPr>
          <p:cNvSpPr/>
          <p:nvPr/>
        </p:nvSpPr>
        <p:spPr>
          <a:xfrm>
            <a:off x="8885131" y="1227552"/>
            <a:ext cx="1665961" cy="41962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Iniciar sesión</a:t>
            </a:r>
            <a:endParaRPr lang="es-MX" dirty="0"/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3DC29F4F-DD96-4CD3-9C8D-62510F70D02E}"/>
              </a:ext>
            </a:extLst>
          </p:cNvPr>
          <p:cNvSpPr/>
          <p:nvPr/>
        </p:nvSpPr>
        <p:spPr>
          <a:xfrm>
            <a:off x="5313122" y="1900828"/>
            <a:ext cx="1039660" cy="325677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Iniciar</a:t>
            </a:r>
            <a:endParaRPr lang="es-MX" dirty="0"/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885DCD8B-9D94-4925-8432-DE6900B6D3DF}"/>
              </a:ext>
            </a:extLst>
          </p:cNvPr>
          <p:cNvSpPr/>
          <p:nvPr/>
        </p:nvSpPr>
        <p:spPr>
          <a:xfrm>
            <a:off x="964505" y="2865848"/>
            <a:ext cx="1402914" cy="49791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Consultar Club</a:t>
            </a:r>
            <a:endParaRPr lang="es-MX" dirty="0"/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F443AF2C-BBC2-42DD-98BF-D6DD32FCA334}"/>
              </a:ext>
            </a:extLst>
          </p:cNvPr>
          <p:cNvSpPr/>
          <p:nvPr/>
        </p:nvSpPr>
        <p:spPr>
          <a:xfrm>
            <a:off x="5014584" y="3373153"/>
            <a:ext cx="1640910" cy="6393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Consultar Servicios</a:t>
            </a:r>
            <a:endParaRPr lang="es-MX" dirty="0"/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D354F7A5-FBC0-40A2-AA58-733A13C51C6A}"/>
              </a:ext>
            </a:extLst>
          </p:cNvPr>
          <p:cNvSpPr/>
          <p:nvPr/>
        </p:nvSpPr>
        <p:spPr>
          <a:xfrm>
            <a:off x="9016654" y="2865848"/>
            <a:ext cx="1402914" cy="609601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Consultar Torneos</a:t>
            </a:r>
            <a:endParaRPr lang="es-MX" dirty="0"/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A0F1E219-FBD1-4A31-95CC-79D479546827}"/>
              </a:ext>
            </a:extLst>
          </p:cNvPr>
          <p:cNvSpPr/>
          <p:nvPr/>
        </p:nvSpPr>
        <p:spPr>
          <a:xfrm>
            <a:off x="438402" y="3958225"/>
            <a:ext cx="1402914" cy="639344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Buscar Club</a:t>
            </a:r>
            <a:endParaRPr lang="es-MX" dirty="0"/>
          </a:p>
        </p:txBody>
      </p:sp>
      <p:sp>
        <p:nvSpPr>
          <p:cNvPr id="54" name="Rectángulo: esquinas redondeadas 53">
            <a:extLst>
              <a:ext uri="{FF2B5EF4-FFF2-40B4-BE49-F238E27FC236}">
                <a16:creationId xmlns:a16="http://schemas.microsoft.com/office/drawing/2014/main" id="{7C48E7AC-464B-4EE9-99E8-F47A693C4CFF}"/>
              </a:ext>
            </a:extLst>
          </p:cNvPr>
          <p:cNvSpPr/>
          <p:nvPr/>
        </p:nvSpPr>
        <p:spPr>
          <a:xfrm>
            <a:off x="4987446" y="4891157"/>
            <a:ext cx="1766170" cy="9869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Detalles de los Servicios del Club</a:t>
            </a:r>
            <a:endParaRPr lang="es-MX" dirty="0"/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8AE0F791-CB2E-4EDD-81D5-5A4DAEB97064}"/>
              </a:ext>
            </a:extLst>
          </p:cNvPr>
          <p:cNvSpPr/>
          <p:nvPr/>
        </p:nvSpPr>
        <p:spPr>
          <a:xfrm>
            <a:off x="2847579" y="3957958"/>
            <a:ext cx="1402914" cy="639344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Detalles del Club</a:t>
            </a:r>
            <a:endParaRPr lang="es-MX" dirty="0"/>
          </a:p>
        </p:txBody>
      </p: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FC6EE1F0-3154-4561-ABDC-E63E4F3831BB}"/>
              </a:ext>
            </a:extLst>
          </p:cNvPr>
          <p:cNvCxnSpPr>
            <a:stCxn id="53" idx="3"/>
            <a:endCxn id="56" idx="1"/>
          </p:cNvCxnSpPr>
          <p:nvPr/>
        </p:nvCxnSpPr>
        <p:spPr>
          <a:xfrm flipV="1">
            <a:off x="1841316" y="4277630"/>
            <a:ext cx="1006263" cy="2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2" name="Conector: angular 61">
            <a:extLst>
              <a:ext uri="{FF2B5EF4-FFF2-40B4-BE49-F238E27FC236}">
                <a16:creationId xmlns:a16="http://schemas.microsoft.com/office/drawing/2014/main" id="{5A5BF781-58E6-41F3-89BB-9775CDBD77CD}"/>
              </a:ext>
            </a:extLst>
          </p:cNvPr>
          <p:cNvCxnSpPr>
            <a:stCxn id="39" idx="2"/>
            <a:endCxn id="53" idx="0"/>
          </p:cNvCxnSpPr>
          <p:nvPr/>
        </p:nvCxnSpPr>
        <p:spPr>
          <a:xfrm rot="5400000">
            <a:off x="1105678" y="3397940"/>
            <a:ext cx="594467" cy="526103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4" name="Conector: angular 63">
            <a:extLst>
              <a:ext uri="{FF2B5EF4-FFF2-40B4-BE49-F238E27FC236}">
                <a16:creationId xmlns:a16="http://schemas.microsoft.com/office/drawing/2014/main" id="{855C5DC9-6349-40BC-9CB3-685AF15C5FD7}"/>
              </a:ext>
            </a:extLst>
          </p:cNvPr>
          <p:cNvCxnSpPr>
            <a:stCxn id="30" idx="2"/>
            <a:endCxn id="39" idx="0"/>
          </p:cNvCxnSpPr>
          <p:nvPr/>
        </p:nvCxnSpPr>
        <p:spPr>
          <a:xfrm rot="5400000">
            <a:off x="3429786" y="462681"/>
            <a:ext cx="639343" cy="416699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6" name="Conector: angular 65">
            <a:extLst>
              <a:ext uri="{FF2B5EF4-FFF2-40B4-BE49-F238E27FC236}">
                <a16:creationId xmlns:a16="http://schemas.microsoft.com/office/drawing/2014/main" id="{3A4918B8-F8CC-4EAF-9B97-2FA7705CEE7A}"/>
              </a:ext>
            </a:extLst>
          </p:cNvPr>
          <p:cNvCxnSpPr>
            <a:stCxn id="2" idx="2"/>
            <a:endCxn id="3" idx="0"/>
          </p:cNvCxnSpPr>
          <p:nvPr/>
        </p:nvCxnSpPr>
        <p:spPr>
          <a:xfrm rot="5400000">
            <a:off x="3998412" y="-606988"/>
            <a:ext cx="441544" cy="322753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Conector: angular 67">
            <a:extLst>
              <a:ext uri="{FF2B5EF4-FFF2-40B4-BE49-F238E27FC236}">
                <a16:creationId xmlns:a16="http://schemas.microsoft.com/office/drawing/2014/main" id="{CAF4B9A9-F59B-48BF-A49D-61DD3D258C48}"/>
              </a:ext>
            </a:extLst>
          </p:cNvPr>
          <p:cNvCxnSpPr>
            <a:stCxn id="2" idx="2"/>
            <a:endCxn id="6" idx="0"/>
          </p:cNvCxnSpPr>
          <p:nvPr/>
        </p:nvCxnSpPr>
        <p:spPr>
          <a:xfrm rot="16200000" flipH="1">
            <a:off x="7554761" y="-935800"/>
            <a:ext cx="441543" cy="388515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Conector: angular 69">
            <a:extLst>
              <a:ext uri="{FF2B5EF4-FFF2-40B4-BE49-F238E27FC236}">
                <a16:creationId xmlns:a16="http://schemas.microsoft.com/office/drawing/2014/main" id="{243CA2BE-4DA0-4B45-8446-F45BC9A64EBD}"/>
              </a:ext>
            </a:extLst>
          </p:cNvPr>
          <p:cNvCxnSpPr>
            <a:stCxn id="6" idx="2"/>
            <a:endCxn id="30" idx="3"/>
          </p:cNvCxnSpPr>
          <p:nvPr/>
        </p:nvCxnSpPr>
        <p:spPr>
          <a:xfrm rot="5400000">
            <a:off x="7827200" y="172754"/>
            <a:ext cx="416495" cy="336533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2" name="Conector recto de flecha 71">
            <a:extLst>
              <a:ext uri="{FF2B5EF4-FFF2-40B4-BE49-F238E27FC236}">
                <a16:creationId xmlns:a16="http://schemas.microsoft.com/office/drawing/2014/main" id="{E4B96F8E-E3DA-4FB4-B875-E902C9F7CE6E}"/>
              </a:ext>
            </a:extLst>
          </p:cNvPr>
          <p:cNvCxnSpPr>
            <a:cxnSpLocks/>
            <a:stCxn id="30" idx="2"/>
            <a:endCxn id="40" idx="0"/>
          </p:cNvCxnSpPr>
          <p:nvPr/>
        </p:nvCxnSpPr>
        <p:spPr>
          <a:xfrm>
            <a:off x="5832952" y="2226505"/>
            <a:ext cx="2087" cy="11466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4" name="Conector: angular 73">
            <a:extLst>
              <a:ext uri="{FF2B5EF4-FFF2-40B4-BE49-F238E27FC236}">
                <a16:creationId xmlns:a16="http://schemas.microsoft.com/office/drawing/2014/main" id="{4688931B-0469-4541-94FB-D2384FAA1A69}"/>
              </a:ext>
            </a:extLst>
          </p:cNvPr>
          <p:cNvCxnSpPr>
            <a:cxnSpLocks/>
            <a:stCxn id="30" idx="2"/>
            <a:endCxn id="41" idx="0"/>
          </p:cNvCxnSpPr>
          <p:nvPr/>
        </p:nvCxnSpPr>
        <p:spPr>
          <a:xfrm rot="16200000" flipH="1">
            <a:off x="7455860" y="603596"/>
            <a:ext cx="639343" cy="388515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5" name="Rectángulo: esquinas redondeadas 74">
            <a:extLst>
              <a:ext uri="{FF2B5EF4-FFF2-40B4-BE49-F238E27FC236}">
                <a16:creationId xmlns:a16="http://schemas.microsoft.com/office/drawing/2014/main" id="{25B02BA2-34BE-41D3-9F44-34E887DBB7D1}"/>
              </a:ext>
            </a:extLst>
          </p:cNvPr>
          <p:cNvSpPr/>
          <p:nvPr/>
        </p:nvSpPr>
        <p:spPr>
          <a:xfrm>
            <a:off x="2847579" y="5361137"/>
            <a:ext cx="1402914" cy="695196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Registrarse en el Club</a:t>
            </a:r>
            <a:endParaRPr lang="es-MX" dirty="0"/>
          </a:p>
        </p:txBody>
      </p:sp>
      <p:sp>
        <p:nvSpPr>
          <p:cNvPr id="76" name="Rectángulo: esquinas redondeadas 75">
            <a:extLst>
              <a:ext uri="{FF2B5EF4-FFF2-40B4-BE49-F238E27FC236}">
                <a16:creationId xmlns:a16="http://schemas.microsoft.com/office/drawing/2014/main" id="{E6DC3438-3CAC-439D-9B3C-66C5A86AA4B3}"/>
              </a:ext>
            </a:extLst>
          </p:cNvPr>
          <p:cNvSpPr/>
          <p:nvPr/>
        </p:nvSpPr>
        <p:spPr>
          <a:xfrm>
            <a:off x="891429" y="5342081"/>
            <a:ext cx="1402914" cy="695196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Volver a Buscar</a:t>
            </a:r>
            <a:endParaRPr lang="es-MX" dirty="0"/>
          </a:p>
        </p:txBody>
      </p:sp>
      <p:cxnSp>
        <p:nvCxnSpPr>
          <p:cNvPr id="92" name="Conector recto de flecha 91">
            <a:extLst>
              <a:ext uri="{FF2B5EF4-FFF2-40B4-BE49-F238E27FC236}">
                <a16:creationId xmlns:a16="http://schemas.microsoft.com/office/drawing/2014/main" id="{3EB793C1-E1F8-4A2F-9DAA-5DF654356734}"/>
              </a:ext>
            </a:extLst>
          </p:cNvPr>
          <p:cNvCxnSpPr>
            <a:stCxn id="56" idx="2"/>
            <a:endCxn id="75" idx="0"/>
          </p:cNvCxnSpPr>
          <p:nvPr/>
        </p:nvCxnSpPr>
        <p:spPr>
          <a:xfrm>
            <a:off x="3549036" y="4597302"/>
            <a:ext cx="0" cy="7638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4" name="Conector: angular 93">
            <a:extLst>
              <a:ext uri="{FF2B5EF4-FFF2-40B4-BE49-F238E27FC236}">
                <a16:creationId xmlns:a16="http://schemas.microsoft.com/office/drawing/2014/main" id="{DC566A30-CC94-4769-A65D-BFDAAD7DEC61}"/>
              </a:ext>
            </a:extLst>
          </p:cNvPr>
          <p:cNvCxnSpPr>
            <a:cxnSpLocks/>
            <a:stCxn id="56" idx="2"/>
            <a:endCxn id="76" idx="0"/>
          </p:cNvCxnSpPr>
          <p:nvPr/>
        </p:nvCxnSpPr>
        <p:spPr>
          <a:xfrm rot="5400000">
            <a:off x="2198572" y="3991616"/>
            <a:ext cx="744779" cy="19561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7" name="Conector: angular 106">
            <a:extLst>
              <a:ext uri="{FF2B5EF4-FFF2-40B4-BE49-F238E27FC236}">
                <a16:creationId xmlns:a16="http://schemas.microsoft.com/office/drawing/2014/main" id="{9AB33FDF-D9C4-4B06-98CC-527DD443ACD3}"/>
              </a:ext>
            </a:extLst>
          </p:cNvPr>
          <p:cNvCxnSpPr>
            <a:stCxn id="76" idx="1"/>
            <a:endCxn id="53" idx="1"/>
          </p:cNvCxnSpPr>
          <p:nvPr/>
        </p:nvCxnSpPr>
        <p:spPr>
          <a:xfrm rot="10800000">
            <a:off x="438403" y="4277897"/>
            <a:ext cx="453027" cy="1411782"/>
          </a:xfrm>
          <a:prstGeom prst="bentConnector3">
            <a:avLst>
              <a:gd name="adj1" fmla="val 150461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9" name="Conector recto de flecha 108">
            <a:extLst>
              <a:ext uri="{FF2B5EF4-FFF2-40B4-BE49-F238E27FC236}">
                <a16:creationId xmlns:a16="http://schemas.microsoft.com/office/drawing/2014/main" id="{0CA77491-6634-4304-85C0-886BE4A2AF38}"/>
              </a:ext>
            </a:extLst>
          </p:cNvPr>
          <p:cNvCxnSpPr>
            <a:cxnSpLocks/>
            <a:stCxn id="40" idx="2"/>
            <a:endCxn id="54" idx="0"/>
          </p:cNvCxnSpPr>
          <p:nvPr/>
        </p:nvCxnSpPr>
        <p:spPr>
          <a:xfrm>
            <a:off x="5835039" y="4012497"/>
            <a:ext cx="35492" cy="8786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4" name="Rectángulo: esquinas redondeadas 123">
            <a:extLst>
              <a:ext uri="{FF2B5EF4-FFF2-40B4-BE49-F238E27FC236}">
                <a16:creationId xmlns:a16="http://schemas.microsoft.com/office/drawing/2014/main" id="{58A6F0B3-31DF-459F-A9BA-588256AC5AD5}"/>
              </a:ext>
            </a:extLst>
          </p:cNvPr>
          <p:cNvSpPr/>
          <p:nvPr/>
        </p:nvSpPr>
        <p:spPr>
          <a:xfrm>
            <a:off x="10252559" y="3957957"/>
            <a:ext cx="1402914" cy="639344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Buscar Torneo</a:t>
            </a:r>
            <a:endParaRPr lang="es-MX" dirty="0"/>
          </a:p>
        </p:txBody>
      </p:sp>
      <p:sp>
        <p:nvSpPr>
          <p:cNvPr id="125" name="Rectángulo: esquinas redondeadas 124">
            <a:extLst>
              <a:ext uri="{FF2B5EF4-FFF2-40B4-BE49-F238E27FC236}">
                <a16:creationId xmlns:a16="http://schemas.microsoft.com/office/drawing/2014/main" id="{C87465F3-85DC-4048-9720-C48EF62EB6EE}"/>
              </a:ext>
            </a:extLst>
          </p:cNvPr>
          <p:cNvSpPr/>
          <p:nvPr/>
        </p:nvSpPr>
        <p:spPr>
          <a:xfrm>
            <a:off x="7542760" y="3992154"/>
            <a:ext cx="1402914" cy="639344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Detalles de los Torneos</a:t>
            </a:r>
            <a:endParaRPr lang="es-MX" dirty="0"/>
          </a:p>
        </p:txBody>
      </p:sp>
      <p:sp>
        <p:nvSpPr>
          <p:cNvPr id="127" name="Rectángulo: esquinas redondeadas 126">
            <a:extLst>
              <a:ext uri="{FF2B5EF4-FFF2-40B4-BE49-F238E27FC236}">
                <a16:creationId xmlns:a16="http://schemas.microsoft.com/office/drawing/2014/main" id="{4890C960-9AD3-4CA8-BE0A-99404568CF65}"/>
              </a:ext>
            </a:extLst>
          </p:cNvPr>
          <p:cNvSpPr/>
          <p:nvPr/>
        </p:nvSpPr>
        <p:spPr>
          <a:xfrm>
            <a:off x="7542760" y="5182903"/>
            <a:ext cx="1402914" cy="695196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Registrarse en un Torneo</a:t>
            </a:r>
            <a:endParaRPr lang="es-MX" dirty="0"/>
          </a:p>
        </p:txBody>
      </p:sp>
      <p:sp>
        <p:nvSpPr>
          <p:cNvPr id="128" name="Rectángulo: esquinas redondeadas 127">
            <a:extLst>
              <a:ext uri="{FF2B5EF4-FFF2-40B4-BE49-F238E27FC236}">
                <a16:creationId xmlns:a16="http://schemas.microsoft.com/office/drawing/2014/main" id="{713DE4A3-2948-421C-9EA6-7CE97B2AED42}"/>
              </a:ext>
            </a:extLst>
          </p:cNvPr>
          <p:cNvSpPr/>
          <p:nvPr/>
        </p:nvSpPr>
        <p:spPr>
          <a:xfrm>
            <a:off x="9551102" y="5189169"/>
            <a:ext cx="1402914" cy="695196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Volver a Buscar</a:t>
            </a:r>
            <a:endParaRPr lang="es-MX" dirty="0"/>
          </a:p>
        </p:txBody>
      </p:sp>
      <p:cxnSp>
        <p:nvCxnSpPr>
          <p:cNvPr id="135" name="Conector: angular 134">
            <a:extLst>
              <a:ext uri="{FF2B5EF4-FFF2-40B4-BE49-F238E27FC236}">
                <a16:creationId xmlns:a16="http://schemas.microsoft.com/office/drawing/2014/main" id="{842D26AD-0BC8-4C25-B07E-3C88AF437E58}"/>
              </a:ext>
            </a:extLst>
          </p:cNvPr>
          <p:cNvCxnSpPr>
            <a:stCxn id="128" idx="3"/>
            <a:endCxn id="124" idx="3"/>
          </p:cNvCxnSpPr>
          <p:nvPr/>
        </p:nvCxnSpPr>
        <p:spPr>
          <a:xfrm flipV="1">
            <a:off x="10954016" y="4277629"/>
            <a:ext cx="701457" cy="1259138"/>
          </a:xfrm>
          <a:prstGeom prst="bentConnector3">
            <a:avLst>
              <a:gd name="adj1" fmla="val 132589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Conector: angular 138">
            <a:extLst>
              <a:ext uri="{FF2B5EF4-FFF2-40B4-BE49-F238E27FC236}">
                <a16:creationId xmlns:a16="http://schemas.microsoft.com/office/drawing/2014/main" id="{084F706B-B8B2-45D1-A2BD-4310AAD1634F}"/>
              </a:ext>
            </a:extLst>
          </p:cNvPr>
          <p:cNvCxnSpPr>
            <a:stCxn id="41" idx="2"/>
            <a:endCxn id="124" idx="0"/>
          </p:cNvCxnSpPr>
          <p:nvPr/>
        </p:nvCxnSpPr>
        <p:spPr>
          <a:xfrm rot="16200000" flipH="1">
            <a:off x="10094809" y="3098750"/>
            <a:ext cx="482508" cy="1235905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Conector recto de flecha 140">
            <a:extLst>
              <a:ext uri="{FF2B5EF4-FFF2-40B4-BE49-F238E27FC236}">
                <a16:creationId xmlns:a16="http://schemas.microsoft.com/office/drawing/2014/main" id="{1B36D281-DD1B-4909-B596-EB5EDA10869C}"/>
              </a:ext>
            </a:extLst>
          </p:cNvPr>
          <p:cNvCxnSpPr>
            <a:stCxn id="124" idx="1"/>
            <a:endCxn id="125" idx="3"/>
          </p:cNvCxnSpPr>
          <p:nvPr/>
        </p:nvCxnSpPr>
        <p:spPr>
          <a:xfrm flipH="1">
            <a:off x="8945674" y="4277629"/>
            <a:ext cx="1306885" cy="341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3" name="Conector recto de flecha 142">
            <a:extLst>
              <a:ext uri="{FF2B5EF4-FFF2-40B4-BE49-F238E27FC236}">
                <a16:creationId xmlns:a16="http://schemas.microsoft.com/office/drawing/2014/main" id="{934ECDB3-AEC9-4770-B508-AD2EA26B7DB7}"/>
              </a:ext>
            </a:extLst>
          </p:cNvPr>
          <p:cNvCxnSpPr>
            <a:stCxn id="125" idx="2"/>
            <a:endCxn id="127" idx="0"/>
          </p:cNvCxnSpPr>
          <p:nvPr/>
        </p:nvCxnSpPr>
        <p:spPr>
          <a:xfrm>
            <a:off x="8244217" y="4631498"/>
            <a:ext cx="0" cy="5514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4" name="Conector: angular 153">
            <a:extLst>
              <a:ext uri="{FF2B5EF4-FFF2-40B4-BE49-F238E27FC236}">
                <a16:creationId xmlns:a16="http://schemas.microsoft.com/office/drawing/2014/main" id="{16045E0B-F229-41CB-A8E2-CAFDBA2FCE98}"/>
              </a:ext>
            </a:extLst>
          </p:cNvPr>
          <p:cNvCxnSpPr>
            <a:stCxn id="125" idx="2"/>
            <a:endCxn id="128" idx="0"/>
          </p:cNvCxnSpPr>
          <p:nvPr/>
        </p:nvCxnSpPr>
        <p:spPr>
          <a:xfrm rot="16200000" flipH="1">
            <a:off x="8969553" y="3906162"/>
            <a:ext cx="557671" cy="200834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1470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F50A3C-0CAA-48EB-8162-53023553E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95607"/>
            <a:ext cx="10364451" cy="901673"/>
          </a:xfrm>
        </p:spPr>
        <p:txBody>
          <a:bodyPr/>
          <a:lstStyle/>
          <a:p>
            <a:r>
              <a:rPr lang="es-ES" dirty="0"/>
              <a:t>Mockups </a:t>
            </a: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5F52F14-3832-4534-AF5E-1F03DAC7A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001" y="1394176"/>
            <a:ext cx="3038899" cy="520137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492CF76-DD0D-4517-97BC-726D9D83A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063" y="1546833"/>
            <a:ext cx="2953162" cy="5163271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8286B7BB-50BE-43E5-A3F9-F258C8AD6DDA}"/>
              </a:ext>
            </a:extLst>
          </p:cNvPr>
          <p:cNvSpPr txBox="1"/>
          <p:nvPr/>
        </p:nvSpPr>
        <p:spPr>
          <a:xfrm>
            <a:off x="1634490" y="1024844"/>
            <a:ext cx="164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Inicio</a:t>
            </a:r>
            <a:endParaRPr lang="es-MX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83A91C4-DDEF-4021-8F45-F81DA7B9F492}"/>
              </a:ext>
            </a:extLst>
          </p:cNvPr>
          <p:cNvSpPr txBox="1"/>
          <p:nvPr/>
        </p:nvSpPr>
        <p:spPr>
          <a:xfrm>
            <a:off x="9104413" y="1245870"/>
            <a:ext cx="164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Club</a:t>
            </a:r>
            <a:endParaRPr lang="es-MX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A69DC728-7FB8-4E34-B4FC-2A773E28F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3489" y="1527545"/>
            <a:ext cx="2657846" cy="5068007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28979DF6-2A17-4BBF-983A-A05E316AF9E7}"/>
              </a:ext>
            </a:extLst>
          </p:cNvPr>
          <p:cNvSpPr txBox="1"/>
          <p:nvPr/>
        </p:nvSpPr>
        <p:spPr>
          <a:xfrm>
            <a:off x="5369452" y="1097280"/>
            <a:ext cx="164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/>
              <a:t>Login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0159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582413F-6285-45E7-937B-196FD9F67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8016"/>
            <a:ext cx="10363200" cy="1595438"/>
          </a:xfrm>
        </p:spPr>
        <p:txBody>
          <a:bodyPr/>
          <a:lstStyle/>
          <a:p>
            <a:r>
              <a:rPr lang="es-ES" dirty="0"/>
              <a:t>Mockups </a:t>
            </a: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0A67970-396C-4B44-B4EF-6FCF7A942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238" y="1613454"/>
            <a:ext cx="2495898" cy="4972744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5E5589B-7FB9-4D03-80C2-5721594AD1F3}"/>
              </a:ext>
            </a:extLst>
          </p:cNvPr>
          <p:cNvSpPr txBox="1"/>
          <p:nvPr/>
        </p:nvSpPr>
        <p:spPr>
          <a:xfrm>
            <a:off x="2867227" y="1077992"/>
            <a:ext cx="164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Servicios</a:t>
            </a:r>
            <a:endParaRPr lang="es-MX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53E8B9A-87B4-4636-B70C-4A4A5C63A2EA}"/>
              </a:ext>
            </a:extLst>
          </p:cNvPr>
          <p:cNvSpPr txBox="1"/>
          <p:nvPr/>
        </p:nvSpPr>
        <p:spPr>
          <a:xfrm>
            <a:off x="7291969" y="1077992"/>
            <a:ext cx="164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Torneos</a:t>
            </a:r>
            <a:endParaRPr lang="es-MX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EEC8F14-C0C1-47C2-903F-D4FC9A9C6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085" y="1516295"/>
            <a:ext cx="2419688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25217"/>
      </p:ext>
    </p:extLst>
  </p:cSld>
  <p:clrMapOvr>
    <a:masterClrMapping/>
  </p:clrMapOvr>
</p:sld>
</file>

<file path=ppt/theme/theme1.xml><?xml version="1.0" encoding="utf-8"?>
<a:theme xmlns:a="http://schemas.openxmlformats.org/drawingml/2006/main" name="Gota">
  <a:themeElements>
    <a:clrScheme name="Gota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Got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Gota</Template>
  <TotalTime>234</TotalTime>
  <Words>381</Words>
  <Application>Microsoft Office PowerPoint</Application>
  <PresentationFormat>Panorámica</PresentationFormat>
  <Paragraphs>59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Tw Cen MT</vt:lpstr>
      <vt:lpstr>Gota</vt:lpstr>
      <vt:lpstr>Club Api</vt:lpstr>
      <vt:lpstr>Usuarios:</vt:lpstr>
      <vt:lpstr>Presentación de PowerPoint</vt:lpstr>
      <vt:lpstr>Mockups </vt:lpstr>
      <vt:lpstr>Mockups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Usuarios:</dc:title>
  <dc:creator>ARATH KOH VELAZQUEZ</dc:creator>
  <cp:lastModifiedBy>ARATH KOH VELAZQUEZ</cp:lastModifiedBy>
  <cp:revision>9</cp:revision>
  <dcterms:created xsi:type="dcterms:W3CDTF">2022-02-03T23:47:36Z</dcterms:created>
  <dcterms:modified xsi:type="dcterms:W3CDTF">2022-02-09T00:13:34Z</dcterms:modified>
</cp:coreProperties>
</file>